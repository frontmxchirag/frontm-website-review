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6858000" cx="12192000"/>
  <p:notesSz cx="6858000" cy="9144000"/>
  <p:embeddedFontLst>
    <p:embeddedFont>
      <p:font typeface="Play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i/hTJGn2yFnT5pOuMC5L+BtsWd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Play-bold.fntdata"/><Relationship Id="rId41" Type="http://schemas.openxmlformats.org/officeDocument/2006/relationships/font" Target="fonts/Play-regular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c955de2b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c955de2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c955de2b6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c955de2b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c955de2b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c955de2b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c955de2b6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c955de2b6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c955de2b6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c955de2b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c955de2b6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ec955de2b6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c955de2b6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c955de2b6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c955de2b6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c955de2b6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c955de2b6_1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c955de2b6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c955de2b6_1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c955de2b6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c955de2b6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c955de2b6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c955de2b6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c955de2b6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c955de2b6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c955de2b6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c955de2b6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c955de2b6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c955de2b6_1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c955de2b6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c955de2b6_1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c955de2b6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c955de2b6_1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c955de2b6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c955de2b6_1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c955de2b6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955de2b6_1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c955de2b6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c955de2b6_1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c955de2b6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GDnSGctzzoPOqePFEVf691qfrrr0Y1Hq/view" TargetMode="External"/><Relationship Id="rId4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drive.google.com/file/d/1PNRoRmE2GVuKWVIzzlWTXd2Je0HTOAl8/view" TargetMode="External"/><Relationship Id="rId4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drive.google.com/file/d/1vmI_2ZP2cCMHY5O_KYitlFpE6YW1Mw0l/view" TargetMode="External"/><Relationship Id="rId4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rive.google.com/file/d/1T-ix8s6N7wt7jeDCC1VdCztjkvdCgED7/view" TargetMode="External"/><Relationship Id="rId4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drive.google.com/file/d/1eEoJ1GfHBwxR6NU7YHoNeG33cYFno1k1/view" TargetMode="External"/><Relationship Id="rId4" Type="http://schemas.openxmlformats.org/officeDocument/2006/relationships/image" Target="../media/image1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drive.google.com/file/d/1-JA52HWE_5OHjzJ8iFonwPS_NN1Jcc2d/view" TargetMode="External"/><Relationship Id="rId4" Type="http://schemas.openxmlformats.org/officeDocument/2006/relationships/image" Target="../media/image1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drive.google.com/file/d/1RqDc1EDI8G7KPPTyIwAphD-wCUBaWDBJ/view" TargetMode="External"/><Relationship Id="rId4" Type="http://schemas.openxmlformats.org/officeDocument/2006/relationships/image" Target="../media/image1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drive.google.com/file/d/1z3wlkxES8Jx_0WLoSo8uWacomxGvkqlP/view" TargetMode="External"/><Relationship Id="rId4" Type="http://schemas.openxmlformats.org/officeDocument/2006/relationships/image" Target="../media/image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drive.google.com/file/d/13hm7ZFBhgxqtVZrQUpn_VGV8wTYDAPQr/view" TargetMode="External"/><Relationship Id="rId4" Type="http://schemas.openxmlformats.org/officeDocument/2006/relationships/image" Target="../media/image1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drive.google.com/file/d/171iT5GeLbU59UZqA1P3asoOmKrNw7j3t/view" TargetMode="Externa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792079" y="885283"/>
            <a:ext cx="1035116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1" lang="en-GB" sz="4000"/>
              <a:t>AI-Native </a:t>
            </a:r>
            <a:br>
              <a:rPr b="1" lang="en-GB" sz="4000"/>
            </a:br>
            <a:r>
              <a:rPr b="1" lang="en-GB"/>
              <a:t>Operating Platform</a:t>
            </a:r>
            <a:endParaRPr b="1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GB"/>
              <a:t>For maritime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174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Unify workflows, ship-shore collaboration, remote workforce management for safety, compliance, efficiency and welfare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2538663" y="5434847"/>
            <a:ext cx="3164306" cy="60157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5967663" y="5434846"/>
            <a:ext cx="3164306" cy="60157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848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ctrTitle"/>
          </p:nvPr>
        </p:nvSpPr>
        <p:spPr>
          <a:xfrm>
            <a:off x="1524000" y="277816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GB"/>
              <a:t>Maritime operations remain fragmented across systems, data, workflows and stakeholder groups.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hip in the water&#10;&#10;AI-generated content may be incorrect.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39" y="0"/>
            <a:ext cx="1219848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 txBox="1"/>
          <p:nvPr/>
        </p:nvSpPr>
        <p:spPr>
          <a:xfrm>
            <a:off x="3661679" y="2720340"/>
            <a:ext cx="486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1524000" y="277816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GB"/>
              <a:t>FrontM is changing that, one maritime workflow at a time, with a modular, integrated and scalable operating platform.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ctrTitle"/>
          </p:nvPr>
        </p:nvSpPr>
        <p:spPr>
          <a:xfrm>
            <a:off x="779723" y="283704"/>
            <a:ext cx="1035116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1" lang="en-GB" sz="4000"/>
              <a:t>Trusted by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779723" y="2827421"/>
            <a:ext cx="2354612" cy="60157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Fleet Operators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259466" y="2827421"/>
            <a:ext cx="2963408" cy="60157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Maritime Ecosystem Organisations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827748" y="2827420"/>
            <a:ext cx="2354612" cy="60157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Maritime Service Providers</a:t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348005" y="2827421"/>
            <a:ext cx="2354612" cy="60157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Systems Integrators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889686" y="4151870"/>
            <a:ext cx="1927654" cy="19276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Logos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076831" y="4164227"/>
            <a:ext cx="1927654" cy="19276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350475" y="4176584"/>
            <a:ext cx="1927654" cy="19276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648832" y="4164227"/>
            <a:ext cx="1927654" cy="19276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9835977" y="4176584"/>
            <a:ext cx="1927654" cy="19276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2109621" y="4188941"/>
            <a:ext cx="1927654" cy="19276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ctrTitle"/>
          </p:nvPr>
        </p:nvSpPr>
        <p:spPr>
          <a:xfrm>
            <a:off x="1524000" y="45509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GB"/>
              <a:t>Show the modules</a:t>
            </a:r>
            <a:br>
              <a:rPr lang="en-GB"/>
            </a:br>
            <a:r>
              <a:rPr lang="en-GB"/>
              <a:t>as per Chirag’s existing design</a:t>
            </a:r>
            <a:endParaRPr/>
          </a:p>
        </p:txBody>
      </p:sp>
      <p:pic>
        <p:nvPicPr>
          <p:cNvPr descr="A diagram of a ship&#10;&#10;AI-generated content may be incorrect.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9492" y="3429000"/>
            <a:ext cx="3542270" cy="2656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ctrTitle"/>
          </p:nvPr>
        </p:nvSpPr>
        <p:spPr>
          <a:xfrm>
            <a:off x="1524000" y="133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GB" sz="3100"/>
              <a:t>FrontM.ai is designed as the Maritime’s most comprehensive intelligent operational infrastructure layer to </a:t>
            </a:r>
            <a:br>
              <a:rPr lang="en-GB" sz="3100"/>
            </a:br>
            <a:r>
              <a:rPr lang="en-GB"/>
              <a:t>ACCELERATE DIGITALISATION</a:t>
            </a:r>
            <a:endParaRPr/>
          </a:p>
        </p:txBody>
      </p:sp>
      <p:pic>
        <p:nvPicPr>
          <p:cNvPr descr="A diagram of a company's company&#10;&#10;AI-generated content may be incorrect." id="135" name="Google Shape;135;p8"/>
          <p:cNvPicPr preferRelativeResize="0"/>
          <p:nvPr/>
        </p:nvPicPr>
        <p:blipFill rotWithShape="1">
          <a:blip r:embed="rId3">
            <a:alphaModFix/>
          </a:blip>
          <a:srcRect b="8757" l="0" r="0" t="16839"/>
          <a:stretch/>
        </p:blipFill>
        <p:spPr>
          <a:xfrm>
            <a:off x="2059460" y="2656702"/>
            <a:ext cx="7772400" cy="3855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ctrTitle"/>
          </p:nvPr>
        </p:nvSpPr>
        <p:spPr>
          <a:xfrm>
            <a:off x="1524000" y="90612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en-GB" sz="1600"/>
              <a:t>Built to Accelerate Maritime Digitalisation</a:t>
            </a:r>
            <a:br>
              <a:rPr lang="en-GB" sz="1600"/>
            </a:br>
            <a:br>
              <a:rPr lang="en-GB" sz="1600"/>
            </a:br>
            <a:r>
              <a:rPr lang="en-GB" sz="1600"/>
              <a:t>Maritime organisations have no shortage of ideas to improve operations. The challenge is turning those ideas into practical digital solutions quickly, without creating more fragmented tools.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FrontM.ai gives ship managers, owners and maritime service providers one flexible foundation to launch new apps, workflows and digital services across vessels, offices, crew and partners.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From safety communication and compliance workflows to crew engagement, AI agents, process automation and ship-shore collaboration, FrontM.ai helps maritime teams move faster, work smarter and keep improving.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A simpler way to build the future of maritime operations.</a:t>
            </a:r>
            <a:endParaRPr sz="3600"/>
          </a:p>
        </p:txBody>
      </p:sp>
      <p:pic>
        <p:nvPicPr>
          <p:cNvPr descr="A diagram of a company's company&#10;&#10;AI-generated content may be incorrect." id="141" name="Google Shape;141;p9"/>
          <p:cNvPicPr preferRelativeResize="0"/>
          <p:nvPr/>
        </p:nvPicPr>
        <p:blipFill rotWithShape="1">
          <a:blip r:embed="rId3">
            <a:alphaModFix/>
          </a:blip>
          <a:srcRect b="8757" l="0" r="0" t="16839"/>
          <a:stretch/>
        </p:blipFill>
        <p:spPr>
          <a:xfrm>
            <a:off x="2059460" y="3429000"/>
            <a:ext cx="7772400" cy="3855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ctrTitle"/>
          </p:nvPr>
        </p:nvSpPr>
        <p:spPr>
          <a:xfrm>
            <a:off x="1524000" y="214797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GB"/>
              <a:t>Show the Solutions for different departments</a:t>
            </a:r>
            <a:br>
              <a:rPr lang="en-GB"/>
            </a:br>
            <a:r>
              <a:rPr lang="en-GB"/>
              <a:t>as per Chirag’s existing design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ctrTitle"/>
          </p:nvPr>
        </p:nvSpPr>
        <p:spPr>
          <a:xfrm>
            <a:off x="1524000" y="234568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GB"/>
              <a:t>IMPACT</a:t>
            </a:r>
            <a:br>
              <a:rPr lang="en-GB"/>
            </a:br>
            <a:br>
              <a:rPr lang="en-GB"/>
            </a:br>
            <a:r>
              <a:rPr lang="en-GB"/>
              <a:t>make it big and bold</a:t>
            </a:r>
            <a:endParaRPr/>
          </a:p>
        </p:txBody>
      </p:sp>
      <p:pic>
        <p:nvPicPr>
          <p:cNvPr descr="A blue square with white and black text&#10;&#10;AI-generated content may be incorrect." id="152" name="Google Shape;1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4733282"/>
            <a:ext cx="7772400" cy="2556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ctrTitle"/>
          </p:nvPr>
        </p:nvSpPr>
        <p:spPr>
          <a:xfrm>
            <a:off x="1524000" y="234568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GB"/>
              <a:t>Blogs</a:t>
            </a:r>
            <a:br>
              <a:rPr lang="en-GB"/>
            </a:br>
            <a:br>
              <a:rPr lang="en-GB"/>
            </a:br>
            <a:r>
              <a:rPr lang="en-GB"/>
              <a:t>Carousal of blogs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ctrTitle"/>
          </p:nvPr>
        </p:nvSpPr>
        <p:spPr>
          <a:xfrm>
            <a:off x="1524000" y="234568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GB"/>
              <a:t>Testimonials</a:t>
            </a:r>
            <a:br>
              <a:rPr lang="en-GB"/>
            </a:br>
            <a:br>
              <a:rPr lang="en-GB"/>
            </a:br>
            <a:r>
              <a:rPr lang="en-GB"/>
              <a:t>slider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ctrTitle"/>
          </p:nvPr>
        </p:nvSpPr>
        <p:spPr>
          <a:xfrm>
            <a:off x="1622854" y="28152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en-GB" sz="2000"/>
              <a:t>B2C section</a:t>
            </a:r>
            <a:br>
              <a:rPr lang="en-GB" sz="2000"/>
            </a:br>
            <a:br>
              <a:rPr lang="en-GB" sz="2000"/>
            </a:br>
            <a:r>
              <a:rPr b="1" lang="en-GB" sz="2000"/>
              <a:t>We are committed to connecting everyone in maritime</a:t>
            </a:r>
            <a:br>
              <a:rPr b="1" lang="en-GB" sz="2000"/>
            </a:br>
            <a:r>
              <a:rPr lang="en-GB" sz="2000"/>
              <a:t>Because together, we can make life at sea safer, smarter and more rewarding.</a:t>
            </a:r>
            <a:br>
              <a:rPr lang="en-GB" sz="2000"/>
            </a:br>
            <a:r>
              <a:rPr b="1" lang="en-GB" sz="2000"/>
              <a:t>onship</a:t>
            </a:r>
            <a:r>
              <a:rPr lang="en-GB" sz="2000"/>
              <a:t> is FrontM’s community platform for seafarers, cadets and maritime professionals, created to bring people, support, learning and opportunities closer together. A stronger maritime workforce creates a stronger maritime industry.</a:t>
            </a:r>
            <a:br>
              <a:rPr lang="en-GB" sz="2000"/>
            </a:br>
            <a:r>
              <a:rPr b="1" lang="en-GB" sz="2000"/>
              <a:t>Join the onship community</a:t>
            </a:r>
            <a:endParaRPr sz="2000"/>
          </a:p>
        </p:txBody>
      </p:sp>
      <p:pic>
        <p:nvPicPr>
          <p:cNvPr descr="A group of people in different occupations&#10;&#10;AI-generated content may be incorrect." id="168" name="Google Shape;1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1084" y="4348716"/>
            <a:ext cx="3532350" cy="198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/>
          <p:nvPr>
            <p:ph type="ctrTitle"/>
          </p:nvPr>
        </p:nvSpPr>
        <p:spPr>
          <a:xfrm>
            <a:off x="1622854" y="134478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GB"/>
              <a:t>Inspiring ecosystem picture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ctrTitle"/>
          </p:nvPr>
        </p:nvSpPr>
        <p:spPr>
          <a:xfrm>
            <a:off x="1622854" y="134478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GB"/>
              <a:t>Footer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c955de2b6_1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WEBSITE RENDERED…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c955de2b6_1_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3ec955de2b6_1_10" title="[01] AI Native 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887200" cy="5460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c955de2b6_1_1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 and 2,3,4,5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ec955de2b6_1_24" title="[06] Trusted By Sec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61250"/>
            <a:ext cx="11887200" cy="300894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ec955de2b6_1_24"/>
          <p:cNvSpPr txBox="1"/>
          <p:nvPr/>
        </p:nvSpPr>
        <p:spPr>
          <a:xfrm>
            <a:off x="5877300" y="319250"/>
            <a:ext cx="4374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6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ec955de2b6_1_29" title="[02 03 04 05] FrontM Is Changing Tha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900" y="716275"/>
            <a:ext cx="11887200" cy="614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ec955de2b6_1_29"/>
          <p:cNvSpPr txBox="1"/>
          <p:nvPr/>
        </p:nvSpPr>
        <p:spPr>
          <a:xfrm>
            <a:off x="5354550" y="141300"/>
            <a:ext cx="1482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2,3,4,5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c955de2b6_1_3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[07] Modules 01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g3ec955de2b6_1_60" title="[07] Modules 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887200" cy="6193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c955de2b6_1_5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[07] Modules 02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c955de2b6_1_6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c955de2b6_1_6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g3ec955de2b6_1_65" title="[07] Modules 0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c955de2b6_1_3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[08] Platform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ec955de2b6_1_72" title="[08] Platfor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887200" cy="6104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c955de2b6_1_7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[09] After Platform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ec955de2b6_1_85" title="[09] After Platfor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887200" cy="4990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c955de2b6_1_9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[10] Solutions by department 01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c955de2b6_1_10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c955de2b6_1_10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g3ec955de2b6_1_108" title="[10] Solutions by department 0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11250"/>
            <a:ext cx="12192000" cy="46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c955de2b6_1_9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[10] Solutions by department 02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c955de2b6_1_10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c955de2b6_1_10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g3ec955de2b6_1_103" title="[10] Solutions by departmen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4800"/>
            <a:ext cx="1219200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c955de2b6_1_1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[11] IMPACT + CTA to BOOK A DEMO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c955de2b6_1_12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c955de2b6_1_12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g3ec955de2b6_1_120" title="[11] IMPACT + CTA to BOOK A 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5750"/>
            <a:ext cx="12192000" cy="62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2026-05-24T02:03:12Z</dcterms:created>
  <dc:creator>kiran venkatesh</dc:creator>
</cp:coreProperties>
</file>